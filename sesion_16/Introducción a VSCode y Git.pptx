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24050"/>
            <a:ext cx="11601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VSCode: Entorno de Desarrollo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4005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Qué es, cómo funciona y su integración con Git y GitHub.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7250" y="20002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VSCode es un editor de código fuente gratuito y de código abierto.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271462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Desarrollado por Microsoft para Windows, macOS y Linux.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31432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 ligero pero potente, combinando la simplicidad de un editor de texto con herramientas de un IDE.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38576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Altamente personalizable a través de un enorme ecosistema de extensiones.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000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7146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143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8576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¿Qué es Visual Studio Code?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095851" y="3119437"/>
            <a:ext cx="23802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Basado en Electron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7861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ejecuta sobre Electron, lo que le permite usar tecnologías web (HTML, CSS, JS) para construir una aplicación de escritorio multiplataforma.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880848" y="3119437"/>
            <a:ext cx="24303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Terminal Integrada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6775" y="3786187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Incluye una terminal de línea de comandos completa, permitiendo ejecutar scripts, comandos de Git y más sin salir del editor.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90910" y="3119437"/>
            <a:ext cx="14301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IntelliSense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86775" y="3786187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Proporciona completado de código inteligente, información de parámetros y sintaxis basada en el lenguaje y las variables.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4241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4241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4241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¿Cómo Funciona?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2250"/>
            <a:ext cx="52863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585912" y="2952750"/>
            <a:ext cx="32575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50K+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957387" y="4191000"/>
            <a:ext cx="2514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Extensiones Disponibles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19875" y="27622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verdadero poder de VSCode reside en su "Marketplace".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19875" y="31908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Puedes añadir soporte para nuevos lenguajes (Python, Go, Rust).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19875" y="39052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Integrar "linters" y "formatters" para mantener el código limpio.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619875" y="461962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Añadir temas, iconos y potentes herramientas de depuración.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34125" y="2762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34125" y="3190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34125" y="3905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34125" y="46196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ACC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¿Cómo Funciona?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740455" y="3057525"/>
            <a:ext cx="871108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Integración con Git y GitHub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3938587" y="4105275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 de versiones directamente en tu editor.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6619875" y="27622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 es un sistema de control de versiones distribuido.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19875" y="31908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 rastrear cambios en los archivos a lo largo del tiempo.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619875" y="39052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Facilita la colaboración entre múltiples desarrolladores.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619875" y="43338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Puedes crear "ramas" (branches) para trabajar en nuevas características sin afectar el código principal.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334125" y="2762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34125" y="3190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34125" y="3905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34125" y="4333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¿Qué es Git?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619875" y="24765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GitHub es una plataforma web para alojar repositorios de Git.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619875" y="31908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Actúa como el "control remoto" (remote) para tu repositorio local.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19875" y="39052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Ofrece herramientas para "Pull Requests" (revisión de código).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19875" y="46196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 el seguimiento de "Issues" (tareas) y facilita la colaboración.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34125" y="24765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3190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3905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34125" y="46196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¿Qué es GitHub?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Git Integrado de Fábrica (Paso 1)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857250" y="27622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VSCode detecta automáticamente si tu carpeta es un repositorio Git.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57250" y="34766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pestaña "Control de código fuente" (Source Control) es el centro de mando.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57250" y="41910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Desde aquí puedes ver todos los archivos modificados ("Changes").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57250" y="49053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Puedes "preparar" (Stage) los cambios y escribir tu mensaje de "commit".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2762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34766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41910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49053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Conectando con GitHub (Paso 2)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857250" y="31908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extensión oficial "GitHub Pull Requests and Issues" es esencial.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57250" y="390525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 autenticar tu cuenta de GitHub con VSCode.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57250" y="4333875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Puedes ver, crear y gestionar "Pull Requests" (PRs).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57250" y="476250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Interactúa con "Issues" sin necesidad de salir del editor.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3190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39052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43338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47625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33875"/>
            <a:ext cx="2541240" cy="1369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274837"/>
            <a:ext cx="2541240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333875"/>
            <a:ext cx="2541240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488108"/>
            <a:ext cx="2541240" cy="136951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67988" y="4486275"/>
            <a:ext cx="2348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1. Pull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23900" y="4972050"/>
            <a:ext cx="223644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Sincroniza tu repositorio local con el remoto (`git pull`).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503908" y="2427237"/>
            <a:ext cx="2348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2. Branch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3559819" y="2913012"/>
            <a:ext cx="223644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 una nueva rama para tu característica (`git checkout -b nueva-feature`).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339828" y="4486275"/>
            <a:ext cx="2348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3. Commit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395739" y="4972050"/>
            <a:ext cx="223644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Edita tu código y guarda los cambios (`git commit -m "Mensaje"`).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175748" y="2640508"/>
            <a:ext cx="23482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4. Push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231659" y="3126283"/>
            <a:ext cx="223644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Sube tu rama al repositorio remoto (`git push`).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1746870" y="4000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582790" y="4000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7418709" y="4000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0254629" y="40005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7A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Flujo de Trabajo Básico en VSCode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2190750" y="2952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Fluidez: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Todo tu flujo de trabajo (código, terminal, control de versiones) en una sola ventana.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2190750" y="3429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Visualización: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Ve los cambios (diffs) línea por línea antes de hacer commit.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2190750" y="3905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Manejo de Ramas: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Cambia, crea y fusiona ramas con un par de clics.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Gestión de PRs: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Revisa el código de tus compañeros y aprueba Pull Requests directamente.</a:t>
            </a:r>
            <a:endParaRPr/>
          </a:p>
        </p:txBody>
      </p:sp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766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52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429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7ACC"/>
                </a:solidFill>
                <a:latin typeface="Poppins"/>
                <a:ea typeface="Poppins"/>
                <a:cs typeface="Poppins"/>
                <a:sym typeface="Poppins"/>
              </a:rPr>
              <a:t>Ventajas de la Integración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